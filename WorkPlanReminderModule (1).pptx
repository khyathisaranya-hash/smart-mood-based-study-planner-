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handoutMasterIdLst>
    <p:handoutMasterId r:id="rId19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6" r:id="rId13"/>
    <p:sldId id="340" r:id="rId14"/>
    <p:sldId id="349" r:id="rId15"/>
    <p:sldId id="347" r:id="rId16"/>
    <p:sldId id="3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84FEA-82DA-1960-FD2C-AB5A1D4903C4}" v="1" dt="2026-03-09T19:04:46.593"/>
    <p1510:client id="{765A46A4-13AD-F395-9ECB-2007E75D1947}" v="48" dt="2026-03-09T19:09:22.063"/>
    <p1510:client id="{E0778DD1-26DB-331C-91D8-4C7953FCCFED}" v="1" dt="2026-03-09T19:05:42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Font size 22 to 28 and Font Style </a:t>
            </a:r>
            <a:r>
              <a:rPr lang="en-IN" b="0" i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/>
              <a:t>(body)</a:t>
            </a:r>
          </a:p>
          <a:p>
            <a:r>
              <a:rPr lang="en-IN"/>
              <a:t>Do not change the Template: Heading / Title of the slides</a:t>
            </a:r>
          </a:p>
          <a:p>
            <a:r>
              <a:rPr lang="en-IN"/>
              <a:t>Do not change font style or colours</a:t>
            </a:r>
          </a:p>
          <a:p>
            <a:r>
              <a:rPr lang="en-IN"/>
              <a:t>Do not copy paste paragraphs: use only Bullet Points</a:t>
            </a:r>
          </a:p>
          <a:p>
            <a:r>
              <a:rPr lang="en-IN"/>
              <a:t>Maximum slide Limit is 20 only</a:t>
            </a:r>
          </a:p>
          <a:p>
            <a:r>
              <a:rPr lang="en-IN"/>
              <a:t>As per the number of supervisor allotted adopt slide-2 or slide-3</a:t>
            </a:r>
          </a:p>
          <a:p>
            <a:r>
              <a:rPr lang="en-IN"/>
              <a:t>Please display the required meaningful Content or images or tables </a:t>
            </a:r>
          </a:p>
          <a:p>
            <a:r>
              <a:rPr lang="en-IN"/>
              <a:t>Change the footer accordingly using insert tab then click on header &amp; footer tab and edit it</a:t>
            </a:r>
          </a:p>
          <a:p>
            <a:r>
              <a:rPr lang="en-IN"/>
              <a:t>Save the PPT with Register No, Dept and Review no,  example: </a:t>
            </a:r>
            <a:r>
              <a:rPr lang="en-US"/>
              <a:t>23xxxxxxxxx_CSE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>
                <a:solidFill>
                  <a:srgbClr val="0070C0"/>
                </a:solidFill>
                <a:latin typeface="+mn-lt"/>
                <a:cs typeface="Arial"/>
              </a:rPr>
              <a:t>Title: Secure Web Based Online Quiz System  </a:t>
            </a:r>
            <a:endParaRPr lang="en-US" sz="2400">
              <a:solidFill>
                <a:srgbClr val="0070C0"/>
              </a:solidFill>
              <a:latin typeface="+mn-lt"/>
              <a:ea typeface="Calibri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692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/>
              <a:t>          Student Name: Raavi Bhavitha</a:t>
            </a:r>
          </a:p>
          <a:p>
            <a:pPr marL="0" indent="0" algn="ctr">
              <a:buNone/>
            </a:pPr>
            <a:r>
              <a:rPr lang="en-US" sz="9600"/>
              <a:t>Student ID: 2520030489</a:t>
            </a:r>
            <a:endParaRPr lang="en-US" sz="2400"/>
          </a:p>
          <a:p>
            <a:pPr marL="0" indent="0" algn="ctr">
              <a:buNone/>
            </a:pPr>
            <a:r>
              <a:rPr lang="en-US" sz="11200"/>
              <a:t>Cluster: 3</a:t>
            </a:r>
          </a:p>
          <a:p>
            <a:pPr marL="0" indent="0" algn="ctr">
              <a:buNone/>
            </a:pPr>
            <a:r>
              <a:rPr lang="en-US" sz="11200"/>
              <a:t>Section: 9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  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44" y="5425372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496264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/>
              <a:t>Under the Guidance </a:t>
            </a:r>
          </a:p>
          <a:p>
            <a:pPr marL="0" indent="0" algn="ctr">
              <a:buNone/>
            </a:pPr>
            <a:r>
              <a:rPr lang="en-US" sz="8600"/>
              <a:t>of </a:t>
            </a:r>
            <a:endParaRPr lang="en-US" sz="860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>
                <a:solidFill>
                  <a:srgbClr val="00B050"/>
                </a:solidFill>
              </a:rPr>
              <a:t>Supervisor Name: </a:t>
            </a:r>
            <a:r>
              <a:rPr lang="en-US" sz="8600" err="1">
                <a:solidFill>
                  <a:srgbClr val="00B050"/>
                </a:solidFill>
              </a:rPr>
              <a:t>Mrs.Surekha</a:t>
            </a:r>
            <a:endParaRPr lang="en-US" sz="860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2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620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620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620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620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sz="620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620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sz="6200"/>
          </a:p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0" lvl="3" indent="0">
              <a:lnSpc>
                <a:spcPct val="100000"/>
              </a:lnSpc>
              <a:spcBef>
                <a:spcPts val="200"/>
              </a:spcBef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Secure Web-Based Online Quiz System is a web application for conducting online exams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register, log in, and attempt quizzes 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HTML, CSS, JavaScript, Java, and MySQL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Covers all five Course Outcomes (CO1–CO5) of FWD and DSA subjects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authentication and controlled access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in exam management</a:t>
            </a:r>
          </a:p>
          <a:p>
            <a:pPr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and reliable online assessments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3FEB8-4115-BC6B-FE87-4558CB263433}"/>
              </a:ext>
            </a:extLst>
          </p:cNvPr>
          <p:cNvSpPr txBox="1"/>
          <p:nvPr/>
        </p:nvSpPr>
        <p:spPr>
          <a:xfrm>
            <a:off x="1031001" y="1994497"/>
            <a:ext cx="9699533" cy="3361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exams conducted using paper-based methods</a:t>
            </a: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Manual evaluation requires significant time and effort</a:t>
            </a: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chances of human error during result calculation</a:t>
            </a: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manage large numbers of students</a:t>
            </a: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No automatic feedback or instant result generation</a:t>
            </a: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Question papers may get leaked or misplaced</a:t>
            </a: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Limited flexibility for conducting remote exams</a:t>
            </a:r>
          </a:p>
          <a:p>
            <a:pPr marL="342900" indent="-34290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 for conducting quizzes online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access exams through secure login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Admin can create, update, and delete quiz questions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Automatic result calculation after quiz submission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Timer-based examination system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database storage for student records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from any device with internet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44" y="1429901"/>
            <a:ext cx="10764656" cy="474706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(Frontend)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HTML for page structure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CSS for design and responsiveness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for interactive elements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(Backend)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Java for processing quiz logic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result processing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(Database)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for storing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Student data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Quiz results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registration and login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– Admin Management 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Create and manage quiz questions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Quiz Module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Students attempt quizzes with timer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 Evaluation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Automatic score calculation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</a:t>
            </a:r>
          </a:p>
          <a:p>
            <a:pPr marL="0" indent="0" algn="just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Stores user details, questions, and results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fully functional Secure Web-Based Online Quiz System using HTML, CSS, JavaScript, and Java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CO1–CO5 outcomes of FWD: semantic HTML, CSS styling, JavaScript programming, DOM manipulation, and event handling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Apply DSA concepts such as Arrays, Stack, and HashMap for storing quiz questions, answers, and user data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Build a multi-user system with secure student registration and login authentication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online quiz module with timer-based examinations and automatic answer submission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automatic result evaluation and score calculation after quiz completion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buFont typeface="Wingdings" panose="05000000000000000000" pitchFamily="2" charset="2"/>
              <a:buChar char="Ø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data storage using database management for questions, users, and results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b="1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291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2000" b="1"/>
          </a:p>
          <a:p>
            <a:pPr marL="971550" lvl="1" indent="-514350">
              <a:buFont typeface="+mj-lt"/>
              <a:buAutoNum type="arabicPeriod"/>
            </a:pPr>
            <a:r>
              <a:rPr lang="en-US" sz="2000" b="1"/>
              <a:t>CO1 – HTML Structure</a:t>
            </a:r>
          </a:p>
          <a:p>
            <a:pPr lvl="1"/>
            <a:r>
              <a:rPr lang="en-US" sz="2000"/>
              <a:t>Created web pages using semantic HTML tags</a:t>
            </a:r>
          </a:p>
          <a:p>
            <a:pPr marL="457200" lvl="1" indent="0">
              <a:buNone/>
            </a:pPr>
            <a:r>
              <a:rPr lang="en-US" sz="2000" b="1"/>
              <a:t>2.    CO2 – CSS Styling</a:t>
            </a:r>
          </a:p>
          <a:p>
            <a:pPr lvl="1"/>
            <a:r>
              <a:rPr lang="en-US" sz="2000"/>
              <a:t>Designed responsive user interface</a:t>
            </a:r>
          </a:p>
          <a:p>
            <a:pPr marL="457200" lvl="1" indent="0">
              <a:buNone/>
            </a:pPr>
            <a:r>
              <a:rPr lang="en-US" sz="2000" b="1"/>
              <a:t>3.    CO3 – JavaScript Programming</a:t>
            </a:r>
          </a:p>
          <a:p>
            <a:pPr lvl="1"/>
            <a:r>
              <a:rPr lang="en-US" sz="2000"/>
              <a:t>Implemented quiz logic and timer</a:t>
            </a:r>
          </a:p>
          <a:p>
            <a:pPr marL="457200" lvl="1" indent="0">
              <a:buNone/>
            </a:pPr>
            <a:r>
              <a:rPr lang="en-US" sz="2000" b="1"/>
              <a:t>4.    CO4 – DOM Manipulation</a:t>
            </a:r>
          </a:p>
          <a:p>
            <a:pPr lvl="1"/>
            <a:r>
              <a:rPr lang="en-US" sz="2000"/>
              <a:t> Dynamic question display and form handling</a:t>
            </a:r>
          </a:p>
          <a:p>
            <a:pPr marL="457200" lvl="1" indent="0">
              <a:buNone/>
            </a:pPr>
            <a:r>
              <a:rPr lang="en-US" sz="2000" b="1"/>
              <a:t>5. CO5 – Web Storage &amp; APIs</a:t>
            </a:r>
          </a:p>
          <a:p>
            <a:pPr lvl="1"/>
            <a:r>
              <a:rPr lang="en-US" sz="2000"/>
              <a:t>Interaction between frontend and backend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188" y="1602105"/>
            <a:ext cx="10515600" cy="4351338"/>
          </a:xfrm>
        </p:spPr>
        <p:txBody>
          <a:bodyPr>
            <a:no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CO1 – Arrays / Lists</a:t>
            </a: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Store quiz questions and answers</a:t>
            </a:r>
          </a:p>
          <a:p>
            <a:pPr marL="0" indent="0" algn="just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2.   CO2 – Stack Concept</a:t>
            </a: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Used for navigation between questions</a:t>
            </a:r>
          </a:p>
          <a:p>
            <a:pPr marL="0" indent="0" algn="just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3.   CO3 – HashMap / Key-Value Storage</a:t>
            </a: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Store user responses and results</a:t>
            </a:r>
          </a:p>
          <a:p>
            <a:pPr marL="0" indent="0" algn="just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4.   CO4 – Searching Algorithms</a:t>
            </a: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Retrieve questions from database</a:t>
            </a:r>
          </a:p>
          <a:p>
            <a:pPr marL="0" indent="0" algn="just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5.   CO5 – Complexity Analysis</a:t>
            </a: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handling of quiz data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2C30F4-3BB4-62DA-D5CC-50C0A02E9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54176"/>
            <a:ext cx="5569886" cy="8448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41BD08-C72A-33E6-5552-AEB79604B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97327"/>
            <a:ext cx="4889393" cy="2537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0D9480-07D3-924A-6705-A753C334E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322" y="2076578"/>
            <a:ext cx="4114800" cy="270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3B78-D028-E0C7-2026-8F113EC1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FD086-5DB8-6229-F986-638F960DD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B89E74-27A3-CD37-5B34-AB42AF438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212" y="1484650"/>
            <a:ext cx="4384909" cy="22160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157C-F794-1A00-294C-7E0A4B79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B3E6-AA94-F88E-2A98-F00B6B58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7ADC2-D83D-697B-714C-60122E96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5CCF9D-C504-D5D2-B034-FCCE4A54C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12" y="3918809"/>
            <a:ext cx="4154119" cy="2437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02CA74-8B87-B26A-DA05-83C6143E9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240" y="1483936"/>
            <a:ext cx="2606040" cy="26442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92429B-710E-6CEC-C313-268BD9091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890" y="3192067"/>
            <a:ext cx="3345099" cy="316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6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Secure Web-Based Online Quiz System for conducting online examinations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all five CO outcomes for FWD: HTML, CSS, JavaScript, DOM, and Advanced Web Features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Applied DSA concepts such as Arrays, Stack, and HashMap for storing quiz questions, answers, and results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Built a secure multi-user system with student registration, login authentication, and database storage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an online quiz interface with timer-based exams and automatic result evaluation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Provided a user-friendly dashboard for students and administrators to manage quizzes and view results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AI-based quiz analysis, cloud database integration, and mobile application support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implementation of web development and data structure concepts in an online examination system.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/>
          </a:p>
          <a:p>
            <a:pPr marL="0" indent="0" algn="ctr">
              <a:buNone/>
            </a:pPr>
            <a:endParaRPr lang="en-IN" sz="4400"/>
          </a:p>
          <a:p>
            <a:pPr marL="0" indent="0" algn="ctr">
              <a:buNone/>
            </a:pPr>
            <a:endParaRPr lang="en-IN" sz="4400"/>
          </a:p>
          <a:p>
            <a:pPr marL="0" indent="0" algn="ctr">
              <a:buNone/>
            </a:pPr>
            <a:r>
              <a:rPr lang="en-IN" sz="440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Custom Design</vt:lpstr>
      <vt:lpstr>INSTRUCTIONS</vt:lpstr>
      <vt:lpstr>Title: Secure Web Based Online Quiz System  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Screenshots for FWD &amp; DSA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revision>2</cp:revision>
  <dcterms:created xsi:type="dcterms:W3CDTF">2022-05-20T10:20:31Z</dcterms:created>
  <dcterms:modified xsi:type="dcterms:W3CDTF">2026-03-10T06:17:27Z</dcterms:modified>
</cp:coreProperties>
</file>